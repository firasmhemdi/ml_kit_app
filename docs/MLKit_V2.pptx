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94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52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2743200" cy="2743200"/>
          </a:xfrm>
          <a:prstGeom prst="ellipse">
            <a:avLst/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Shape 3"/>
          <p:cNvSpPr/>
          <p:nvPr/>
        </p:nvSpPr>
        <p:spPr>
          <a:xfrm>
            <a:off x="1371600" y="45720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1371600" y="457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💻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Explication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Code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B5F6"/>
                </a:solidFill>
              </a:rPr>
              <a:t>ML Kit App — Flutter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547872"/>
            <a:ext cx="3566160" cy="36576"/>
          </a:xfrm>
          <a:prstGeom prst="rect">
            <a:avLst/>
          </a:prstGeom>
          <a:solidFill>
            <a:srgbClr val="64B5F6">
              <a:alpha val="50000"/>
            </a:srgbClr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/>
          <p:nvPr/>
        </p:nvSpPr>
        <p:spPr>
          <a:xfrm>
            <a:off x="1828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</a:rPr>
              <a:t>ISET SFAX  —  AFCP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Firas Mhemdi  &amp;  Ezedine Jlidi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4297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B5F6"/>
                </a:solidFill>
              </a:rPr>
              <a:t>Année universitaire 2025 /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</a:rPr>
              <a:t>Plan de l'explication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731520"/>
            <a:ext cx="3840480" cy="36576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4389120" y="914400"/>
            <a:ext cx="448056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4389120" y="914400"/>
            <a:ext cx="6400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4498848" y="1051560"/>
            <a:ext cx="365760" cy="365760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4498848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ocr_page.dart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Reconnaissance de texte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938528"/>
            <a:ext cx="448056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4389120" y="1938528"/>
            <a:ext cx="64008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4498848" y="2075688"/>
            <a:ext cx="365760" cy="365760"/>
          </a:xfrm>
          <a:prstGeom prst="rect">
            <a:avLst/>
          </a:prstGeom>
          <a:solidFill>
            <a:srgbClr val="C62828">
              <a:alpha val="15000"/>
            </a:srgbClr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449884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face_page.dart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Détection de visage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962656"/>
            <a:ext cx="448056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4389120" y="2962656"/>
            <a:ext cx="6400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4498848" y="3099816"/>
            <a:ext cx="365760" cy="365760"/>
          </a:xfrm>
          <a:prstGeom prst="rect">
            <a:avLst/>
          </a:prstGeom>
          <a:solidFill>
            <a:srgbClr val="00897B">
              <a:alpha val="15000"/>
            </a:srgbClr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8"/>
          <p:cNvSpPr/>
          <p:nvPr/>
        </p:nvSpPr>
        <p:spPr>
          <a:xfrm>
            <a:off x="449884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translate_page.dart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3419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Traduction hors-ligne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986784"/>
            <a:ext cx="448056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389120" y="3986784"/>
            <a:ext cx="64008" cy="8686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Shape 33"/>
          <p:cNvSpPr/>
          <p:nvPr/>
        </p:nvSpPr>
        <p:spPr>
          <a:xfrm>
            <a:off x="4498848" y="4123944"/>
            <a:ext cx="365760" cy="365760"/>
          </a:xfrm>
          <a:prstGeom prst="rect">
            <a:avLst/>
          </a:prstGeom>
          <a:solidFill>
            <a:srgbClr val="F57C00">
              <a:alpha val="15000"/>
            </a:srgbClr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Text 34"/>
          <p:cNvSpPr/>
          <p:nvPr/>
        </p:nvSpPr>
        <p:spPr>
          <a:xfrm>
            <a:off x="4498848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7C00"/>
                </a:solidFill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56048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ai_page.dart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56048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Intelligence artificielle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OCR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ocr_page.dart — Variables &amp; Initialisation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02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75488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Ce que fait ce code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1463040"/>
            <a:ext cx="3657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212080" y="1463040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5349240" y="1463040"/>
            <a:ext cx="347472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late ImagePicker imagePicker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Pour ouvrir la galerie du téléphone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12080" y="2331720"/>
            <a:ext cx="3657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0"/>
          <p:cNvSpPr/>
          <p:nvPr/>
        </p:nvSpPr>
        <p:spPr>
          <a:xfrm>
            <a:off x="5212080" y="2331720"/>
            <a:ext cx="64008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349240" y="2331720"/>
            <a:ext cx="347472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late TextRecognizer textRecognizer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Le moteur ML Kit qui lit le texte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3200400"/>
            <a:ext cx="3657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5212080" y="3200400"/>
            <a:ext cx="6400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5349240" y="3200400"/>
            <a:ext cx="347472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File? image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L'image choisie (null = pas encore choisie)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12080" y="4069080"/>
            <a:ext cx="3657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Shape 16"/>
          <p:cNvSpPr/>
          <p:nvPr/>
        </p:nvSpPr>
        <p:spPr>
          <a:xfrm>
            <a:off x="5212080" y="4069080"/>
            <a:ext cx="64008" cy="7132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5349240" y="4069080"/>
            <a:ext cx="347472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initState() → initialise les objets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dispose() → libère la mémoire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2F1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💡  late = la variable sera initialisée dans initState(), pas maintenant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OCR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ocr_page.dart — Analyse de l'image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03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Étapes du processus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54864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61888" y="149047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6053328" y="15179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Ouvre la galerie et attend le choix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196596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4864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61888" y="199339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6053328" y="20208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Si annulé → return (on arrête)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2468880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5"/>
          <p:cNvSpPr/>
          <p:nvPr/>
        </p:nvSpPr>
        <p:spPr>
          <a:xfrm>
            <a:off x="5486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61888" y="249631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6053328" y="2523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setState : affiche l'image + spinner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2971800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54864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61888" y="299923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21"/>
          <p:cNvSpPr/>
          <p:nvPr/>
        </p:nvSpPr>
        <p:spPr>
          <a:xfrm>
            <a:off x="6053328" y="30266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InputImage.fromFilePath → convertit l'image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0" y="347472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3"/>
          <p:cNvSpPr/>
          <p:nvPr/>
        </p:nvSpPr>
        <p:spPr>
          <a:xfrm>
            <a:off x="54864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61888" y="350215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8" name="Text 25"/>
          <p:cNvSpPr/>
          <p:nvPr/>
        </p:nvSpPr>
        <p:spPr>
          <a:xfrm>
            <a:off x="6053328" y="35295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processImage → ML Kit analyse avec l'IA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39776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7"/>
          <p:cNvSpPr/>
          <p:nvPr/>
        </p:nvSpPr>
        <p:spPr>
          <a:xfrm>
            <a:off x="54864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61888" y="400507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Text 29"/>
          <p:cNvSpPr/>
          <p:nvPr/>
        </p:nvSpPr>
        <p:spPr>
          <a:xfrm>
            <a:off x="6053328" y="40325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setState : affiche le texte extrait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2F1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1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💡  await = on attend que ML Kit finisse avant d'afficher le résultat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VISAGE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face_page.dart — Variables &amp; Initialisation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04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Ce que fait ce code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486400" y="1463040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5623560" y="146304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List&lt;Face&gt; visages = []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Liste des visages trouvés dans la photo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33172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0"/>
          <p:cNvSpPr/>
          <p:nvPr/>
        </p:nvSpPr>
        <p:spPr>
          <a:xfrm>
            <a:off x="5486400" y="2331720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623560" y="233172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FaceDetectorOptions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On configure les capacités du détecteur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20040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5486400" y="3200400"/>
            <a:ext cx="64008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5623560" y="320040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enableClassification: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Activer sourire + yeux ouverts/fermés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406908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Shape 16"/>
          <p:cNvSpPr/>
          <p:nvPr/>
        </p:nvSpPr>
        <p:spPr>
          <a:xfrm>
            <a:off x="5486400" y="4069080"/>
            <a:ext cx="64008" cy="7132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5623560" y="406908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enableLandmarks: true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Activer nez, bouche, oreilles...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2828"/>
                </a:solidFill>
              </a:rPr>
              <a:t>💡  Si la photo a 3 personnes → visages = [face1, face2, face3] (liste de 3 éléments)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VISAGE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face_page.dart — Analyse &amp; Probabilité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05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572000" cy="2834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931920"/>
            <a:ext cx="457200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La fonction probabilité 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0" y="1463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7"/>
          <p:cNvSpPr/>
          <p:nvPr/>
        </p:nvSpPr>
        <p:spPr>
          <a:xfrm>
            <a:off x="5029200" y="1463040"/>
            <a:ext cx="64008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8"/>
          <p:cNvSpPr/>
          <p:nvPr/>
        </p:nvSpPr>
        <p:spPr>
          <a:xfrm>
            <a:off x="516636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ML Kit retourne un nombre entre 0 et 1.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Exemple : smilingProbability = 0.85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La personne sourit à 85%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Conversion en texte lisible 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0" y="2971800"/>
            <a:ext cx="3840480" cy="384048"/>
          </a:xfrm>
          <a:prstGeom prst="rect">
            <a:avLst/>
          </a:prstGeom>
          <a:solidFill>
            <a:srgbClr val="E8F5E9"/>
          </a:solidFill>
          <a:ln w="1016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1"/>
          <p:cNvSpPr/>
          <p:nvPr/>
        </p:nvSpPr>
        <p:spPr>
          <a:xfrm>
            <a:off x="5166360" y="30449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valeur &gt; 0.7  →  Oui ✅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0" y="3447288"/>
            <a:ext cx="384048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3"/>
          <p:cNvSpPr/>
          <p:nvPr/>
        </p:nvSpPr>
        <p:spPr>
          <a:xfrm>
            <a:off x="5166360" y="3520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valeur &gt; 0.3  →  Peut-être 🤔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3922776"/>
            <a:ext cx="3840480" cy="384048"/>
          </a:xfrm>
          <a:prstGeom prst="rect">
            <a:avLst/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5166360" y="39959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</a:rPr>
              <a:t>valeur sinon  →  Non ❌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CE4EC"/>
          </a:solidFill>
          <a:ln w="63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7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2828"/>
                </a:solidFill>
              </a:rPr>
              <a:t>💡  dispose() ferme le faceDetector pour libérer la mémoire du téléphone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TRADUCTION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translate_page.dart — Variables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Ce que fait ce code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3832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486400" y="1463040"/>
            <a:ext cx="64008" cy="69494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5623560" y="1463040"/>
            <a:ext cx="3200400" cy="6949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OnDeviceTranslator translator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Le traducteur ML Kit (fonctionne sans internet)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313432"/>
            <a:ext cx="33832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0"/>
          <p:cNvSpPr/>
          <p:nvPr/>
        </p:nvSpPr>
        <p:spPr>
          <a:xfrm>
            <a:off x="5486400" y="2313432"/>
            <a:ext cx="64008" cy="6949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623560" y="2313432"/>
            <a:ext cx="3200400" cy="6949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langueSource = french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langueCible = english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Langues par défaut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163824"/>
            <a:ext cx="33832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5486400" y="3163824"/>
            <a:ext cx="64008" cy="69494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5623560" y="3163824"/>
            <a:ext cx="3200400" cy="6949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List&lt;Map&gt; langues = [...]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La liste des 5 langues disponibles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4014216"/>
            <a:ext cx="3383280" cy="694944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Shape 16"/>
          <p:cNvSpPr/>
          <p:nvPr/>
        </p:nvSpPr>
        <p:spPr>
          <a:xfrm>
            <a:off x="5486400" y="4014216"/>
            <a:ext cx="64008" cy="69494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5623560" y="4014216"/>
            <a:ext cx="3200400" cy="69494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Chaque langue a : 'nom' (affiché)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et 'code' (compris par ML Kit)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2F1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💡  OnDeviceTranslator = traduction sur le téléphone. Modèle téléchargé une seule fois (~30 Mo)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TRADUCTION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translate_page.dart — Logique principale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07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2560320" cy="20116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154680"/>
            <a:ext cx="2560320" cy="18288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71800" y="1051560"/>
            <a:ext cx="2286000" cy="1645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4960" y="1051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Explication :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394960" y="1417320"/>
            <a:ext cx="34747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Shape 7"/>
          <p:cNvSpPr/>
          <p:nvPr/>
        </p:nvSpPr>
        <p:spPr>
          <a:xfrm>
            <a:off x="5394960" y="1417320"/>
            <a:ext cx="64008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8"/>
          <p:cNvSpPr/>
          <p:nvPr/>
        </p:nvSpPr>
        <p:spPr>
          <a:xfrm>
            <a:off x="5532120" y="1417320"/>
            <a:ext cx="329184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_creerTraducteur()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Crée le traducteur avec source + cible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394960" y="2212848"/>
            <a:ext cx="34747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Shape 10"/>
          <p:cNvSpPr/>
          <p:nvPr/>
        </p:nvSpPr>
        <p:spPr>
          <a:xfrm>
            <a:off x="5394960" y="2212848"/>
            <a:ext cx="64008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Text 11"/>
          <p:cNvSpPr/>
          <p:nvPr/>
        </p:nvSpPr>
        <p:spPr>
          <a:xfrm>
            <a:off x="5532120" y="2212848"/>
            <a:ext cx="329184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_traduire() async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Envoie le texte à ML Kit. Résultat en 1 ligne !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394960" y="3008376"/>
            <a:ext cx="34747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3"/>
          <p:cNvSpPr/>
          <p:nvPr/>
        </p:nvSpPr>
        <p:spPr>
          <a:xfrm>
            <a:off x="5394960" y="3008376"/>
            <a:ext cx="64008" cy="8686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4"/>
          <p:cNvSpPr/>
          <p:nvPr/>
        </p:nvSpPr>
        <p:spPr>
          <a:xfrm>
            <a:off x="5532120" y="3008376"/>
            <a:ext cx="329184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_changerLangues()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Échange source ↔ cible 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temp=source, source=cible, cible=temp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94960" y="3986784"/>
            <a:ext cx="34747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Shape 16"/>
          <p:cNvSpPr/>
          <p:nvPr/>
        </p:nvSpPr>
        <p:spPr>
          <a:xfrm>
            <a:off x="5394960" y="3986784"/>
            <a:ext cx="64008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7"/>
          <p:cNvSpPr/>
          <p:nvPr/>
        </p:nvSpPr>
        <p:spPr>
          <a:xfrm>
            <a:off x="5532120" y="3986784"/>
            <a:ext cx="329184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showSnackBar()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Message d'erreur en bas si champ vide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2F1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💡  Une seule ligne : await translator.translateText(text) → traduit tout 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ai_page.dart — Comment obtenir la clé API Groq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C00"/>
                </a:solidFill>
              </a:rPr>
              <a:t>Étapes pour configurer l'IA Groq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45720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581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</a:rPr>
              <a:t>Aller sur console.groq.com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Créer un compte gratuit sur le site de Groq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24328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64008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5"/>
          <p:cNvSpPr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88E5"/>
                </a:solidFill>
              </a:rPr>
              <a:t>Créer une clé secrète (API Key)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0358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Cliquer sur 'Create API Key' → copier la clé qui commence par gsk_...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320040" y="3739896"/>
            <a:ext cx="64008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457200" y="3849624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45720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8130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</a:rPr>
              <a:t>Coller la clé dans le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15137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Dans ai_page.dart → final String apiKey = 'gsk_ta_cle_ici';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50876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4709160" y="1508760"/>
            <a:ext cx="64008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4846320" y="1618488"/>
            <a:ext cx="347472" cy="3474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484632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581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C00"/>
                </a:solidFill>
              </a:rPr>
              <a:t>Choisir le modèle Llama 3.3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model: 'llama-3.3-70b-versatile' → modèle gratuit très puissant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624328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4709160" y="2624328"/>
            <a:ext cx="64008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4846320" y="273405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Text 33"/>
          <p:cNvSpPr/>
          <p:nvPr/>
        </p:nvSpPr>
        <p:spPr>
          <a:xfrm>
            <a:off x="484632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62828"/>
                </a:solidFill>
              </a:rPr>
              <a:t>Envoyer la requête HTTP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303580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http.post() envoie la question. statusCode == 200 = succès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739896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9" name="Shape 37"/>
          <p:cNvSpPr/>
          <p:nvPr/>
        </p:nvSpPr>
        <p:spPr>
          <a:xfrm>
            <a:off x="4709160" y="3739896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Shape 38"/>
          <p:cNvSpPr/>
          <p:nvPr/>
        </p:nvSpPr>
        <p:spPr>
          <a:xfrm>
            <a:off x="4846320" y="384962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39"/>
          <p:cNvSpPr/>
          <p:nvPr/>
        </p:nvSpPr>
        <p:spPr>
          <a:xfrm>
            <a:off x="48463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0" y="38130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</a:rPr>
              <a:t>Lire la réponse JSON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15137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</a:rPr>
              <a:t>jsonDecode → data['choices'][0]['message']['content'] = la réponse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💡  Groq est 100% gratuit — réponse en moins d'1 seconde avec Llama 3.3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ai_page.dart — Variables &amp; Initialisation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09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</a:rPr>
              <a:t>Ce que fait ce code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46304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486400" y="1463040"/>
            <a:ext cx="64008" cy="71323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5623560" y="146304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List&lt;Map&lt;String,String&gt;&gt; messages=[]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L'historique du chat (comme WhatsApp)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33172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3" name="Shape 10"/>
          <p:cNvSpPr/>
          <p:nvPr/>
        </p:nvSpPr>
        <p:spPr>
          <a:xfrm>
            <a:off x="5486400" y="2331720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623560" y="233172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ScrollController scrollController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Fait défiler vers le dernier message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320040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Shape 13"/>
          <p:cNvSpPr/>
          <p:nvPr/>
        </p:nvSpPr>
        <p:spPr>
          <a:xfrm>
            <a:off x="5486400" y="3200400"/>
            <a:ext cx="64008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Text 14"/>
          <p:cNvSpPr/>
          <p:nvPr/>
        </p:nvSpPr>
        <p:spPr>
          <a:xfrm>
            <a:off x="5623560" y="320040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final String apiKey = 'gsk_...'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La clé secrète pour accéder à Groq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4069080"/>
            <a:ext cx="33832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9" name="Shape 16"/>
          <p:cNvSpPr/>
          <p:nvPr/>
        </p:nvSpPr>
        <p:spPr>
          <a:xfrm>
            <a:off x="5486400" y="4069080"/>
            <a:ext cx="6400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5623560" y="4069080"/>
            <a:ext cx="3200400" cy="7132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messages.add({role:assistant,...})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Ajoute le message de bienvenue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💡  role:'user' = ton message à droite   |   role:'assistant' = réponse IA à gauche</a:t>
            </a:r>
            <a:endParaRPr lang="en-US" sz="11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A268C3A-D79D-2D7C-5C16-8910867FE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1100"/>
            <a:ext cx="4990318" cy="3275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ai_page.dart — Envoi de la question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10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50292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1051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</a:rPr>
              <a:t>Étapes 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Text 7"/>
          <p:cNvSpPr/>
          <p:nvPr/>
        </p:nvSpPr>
        <p:spPr>
          <a:xfrm>
            <a:off x="54864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61888" y="144475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2" name="Text 9"/>
          <p:cNvSpPr/>
          <p:nvPr/>
        </p:nvSpPr>
        <p:spPr>
          <a:xfrm>
            <a:off x="6053328" y="14721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Si champ vide → return (on arrête)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192024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Text 11"/>
          <p:cNvSpPr/>
          <p:nvPr/>
        </p:nvSpPr>
        <p:spPr>
          <a:xfrm>
            <a:off x="54864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61888" y="194767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6" name="Text 13"/>
          <p:cNvSpPr/>
          <p:nvPr/>
        </p:nvSpPr>
        <p:spPr>
          <a:xfrm>
            <a:off x="6053328" y="1975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setState → message ajouté à droite + spinner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2423160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5"/>
          <p:cNvSpPr/>
          <p:nvPr/>
        </p:nvSpPr>
        <p:spPr>
          <a:xfrm>
            <a:off x="54864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61888" y="245059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0" name="Text 17"/>
          <p:cNvSpPr/>
          <p:nvPr/>
        </p:nvSpPr>
        <p:spPr>
          <a:xfrm>
            <a:off x="6053328" y="24780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_scrollerVersLeBas() → descend vers le bas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2926080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Text 19"/>
          <p:cNvSpPr/>
          <p:nvPr/>
        </p:nvSpPr>
        <p:spPr>
          <a:xfrm>
            <a:off x="54864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61888" y="295351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4" name="Text 21"/>
          <p:cNvSpPr/>
          <p:nvPr/>
        </p:nvSpPr>
        <p:spPr>
          <a:xfrm>
            <a:off x="6053328" y="29809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http.post() → envoie la question à Groq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0" y="342900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3"/>
          <p:cNvSpPr/>
          <p:nvPr/>
        </p:nvSpPr>
        <p:spPr>
          <a:xfrm>
            <a:off x="54864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61888" y="345643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8" name="Text 25"/>
          <p:cNvSpPr/>
          <p:nvPr/>
        </p:nvSpPr>
        <p:spPr>
          <a:xfrm>
            <a:off x="6053328" y="34838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Authorization: Bearer → clé secrète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39319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Text 27"/>
          <p:cNvSpPr/>
          <p:nvPr/>
        </p:nvSpPr>
        <p:spPr>
          <a:xfrm>
            <a:off x="54864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61888" y="3959352"/>
            <a:ext cx="36576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32" name="Text 29"/>
          <p:cNvSpPr/>
          <p:nvPr/>
        </p:nvSpPr>
        <p:spPr>
          <a:xfrm>
            <a:off x="6053328" y="39867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</a:rPr>
              <a:t>model: llama-3.3 → quel modèle utiliser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Text 31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💡  try/catch = si une erreur survient (pas internet), on affiche un message d'erreur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9601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/>
          <p:nvPr/>
        </p:nvSpPr>
        <p:spPr>
          <a:xfrm>
            <a:off x="91440" y="91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ai_page.dart — Lecture de la réponse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11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846320" cy="19202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063240"/>
            <a:ext cx="4846320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051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C00"/>
                </a:solidFill>
              </a:rPr>
              <a:t>Lecture de la réponse 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303520" y="141732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1" name="Shape 7"/>
          <p:cNvSpPr/>
          <p:nvPr/>
        </p:nvSpPr>
        <p:spPr>
          <a:xfrm>
            <a:off x="5303520" y="1417320"/>
            <a:ext cx="64008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Text 8"/>
          <p:cNvSpPr/>
          <p:nvPr/>
        </p:nvSpPr>
        <p:spPr>
          <a:xfrm>
            <a:off x="5440680" y="1417320"/>
            <a:ext cx="338328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statusCode == 200 → succès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sinon → affiche le code d'erreur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03520" y="2267712"/>
            <a:ext cx="3566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0"/>
          <p:cNvSpPr/>
          <p:nvPr/>
        </p:nvSpPr>
        <p:spPr>
          <a:xfrm>
            <a:off x="5303520" y="2267712"/>
            <a:ext cx="64008" cy="8686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1"/>
          <p:cNvSpPr/>
          <p:nvPr/>
        </p:nvSpPr>
        <p:spPr>
          <a:xfrm>
            <a:off x="5440680" y="2267712"/>
            <a:ext cx="3383280" cy="868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jsonDecode(response.body)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Convertit JSON en données Dart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data['choices'][0]['message']['content']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Extrait le texte de la réponse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3246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En cas d'erreur (catch) 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03520" y="361188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4"/>
          <p:cNvSpPr/>
          <p:nvPr/>
        </p:nvSpPr>
        <p:spPr>
          <a:xfrm>
            <a:off x="5303520" y="3611880"/>
            <a:ext cx="64008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5"/>
          <p:cNvSpPr/>
          <p:nvPr/>
        </p:nvSpPr>
        <p:spPr>
          <a:xfrm>
            <a:off x="5440680" y="3611880"/>
            <a:ext cx="338328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catch(e) → si erreur réseau ou clé invalide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</a:rPr>
              <a:t>→ Affiche un message d'erreur dans le chat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7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💡  data['choices'][0]['message']['content'] = le chemin vers le texte dans le JSON de Groq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Résumé — Ce que nous avons codé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B5F6"/>
                </a:solidFill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ocr_page.dart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StatefulWidget + ML Kit TextRecognizer + InputImage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8503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73152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face_page.dart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FaceDetector + List&lt;Face&gt; + Probabilités (0.0 → 1.0)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779776"/>
            <a:ext cx="8503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translate_page.dart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1455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OnDeviceTranslator + DropdownButton + Inverser langues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621024"/>
            <a:ext cx="8503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73152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50292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ai_page.dart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9867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</a:rPr>
              <a:t>HTTP POST + jsonEncode/Decode + API Groq (Llama 3.3)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498848"/>
            <a:ext cx="85039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22" name="Text 20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Concepts Flutter maîtrisés :  StatefulWidget  •  setState()  •  async/await  •  initState/dispose  •  Navigator.pushNamed  •  Routes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Text 22"/>
          <p:cNvSpPr/>
          <p:nvPr/>
        </p:nvSpPr>
        <p:spPr>
          <a:xfrm>
            <a:off x="457200" y="4645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Merci pour votre attention ! 🙏   Firas Mhemdi &amp; Ezedine Jlidi  —  2025 /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1103</Words>
  <Application>Microsoft Office PowerPoint</Application>
  <PresentationFormat>Affichage à l'écran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Explication du Code — ML Kit App</dc:title>
  <dc:subject>PptxGenJS Presentation</dc:subject>
  <dc:creator>PptxGenJS</dc:creator>
  <cp:lastModifiedBy>firas mhemdi</cp:lastModifiedBy>
  <cp:revision>2</cp:revision>
  <dcterms:created xsi:type="dcterms:W3CDTF">2026-04-06T09:50:45Z</dcterms:created>
  <dcterms:modified xsi:type="dcterms:W3CDTF">2026-04-07T10:26:46Z</dcterms:modified>
</cp:coreProperties>
</file>